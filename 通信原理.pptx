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E78"/>
                </a:solidFill>
              </a:defRPr>
            </a:pPr>
            <a:r>
              <a:t>通信原理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8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1. 绪论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2. 确知信号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3. 随机过程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4. 信道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5. 模拟调制系统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6. 数字基带传输系统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7. 数字带通传输系统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8. 新型数字带通调制技术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9. 数字信号的最佳接收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10. 信源编码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11. 差错控制编码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12. 正交编码与伪随机序列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13. 同步原理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8"/>
                </a:solidFill>
              </a:defRPr>
            </a:pPr>
            <a:r>
              <a:t>绪论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导学：通信的概念和作用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通信的基本概念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通信系统模型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通信系统分类与通信方式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信息及其度量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通信系统的性能指标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8"/>
                </a:solidFill>
              </a:defRPr>
            </a:pPr>
            <a:r>
              <a:t>确知信号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导学：什么是确知信号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信号的分类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与确知信号相关的几个基本概念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确知信号的性质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8"/>
                </a:solidFill>
              </a:defRPr>
            </a:pPr>
            <a:r>
              <a:t>随机过程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导学：为什么研究随机信号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随机过程的基本概念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平稳随机过程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高斯随机过程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平稳随机过程通过线性系统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窄带随机过程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MATLAB仿真-窄带随机过程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高斯白噪声和带限白噪声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8"/>
                </a:solidFill>
              </a:defRPr>
            </a:pPr>
            <a:r>
              <a:t>信道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导学：什么是信道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信道的分类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信道的数学模型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信道特性对信号传输的影响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信道容量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信道中的噪声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5G中的频谱使用技术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8"/>
                </a:solidFill>
              </a:defRPr>
            </a:pPr>
            <a:r>
              <a:t>模拟调制系统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导学：为什么学习调制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幅度调制（线性调制）原理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线性调制系统的抗噪声性能分析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非线性调制（角度调制）原理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调频系统的抗噪声性能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模拟调制系统的比较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频分复用（FDM）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相干解调下调幅系统的抗噪声性能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8"/>
                </a:solidFill>
              </a:defRPr>
            </a:pPr>
            <a:r>
              <a:t>数字基带传输系统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导学：什么是数字基带传输系统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数字基带信号及其频谱特性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基带传输的常用码型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数字基带传输与码间串扰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无码间串扰的基带特性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基带传输系统的抗噪声性能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眼图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部分响应系统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8"/>
                </a:solidFill>
              </a:defRPr>
            </a:pPr>
            <a:r>
              <a:t>数字带通传输系统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导学：什么是数字调制技术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二进制数字调制原理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二进制数字调制系统抗噪声性能分析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二进制调制系统性能比较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多进制数字调制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多进制数字调制系统的抗噪声性能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科学思维、自主学习、家国情怀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MATLAB仿真-二进制带通系统的仿真实现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8"/>
                </a:solidFill>
              </a:defRPr>
            </a:pPr>
            <a:r>
              <a:t>新型数字带通调制技术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导学：为什么研究多进制数字调制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正交振幅调制（QAM）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最小频移键控和高斯最小频移键控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正交频分复用（OFDM）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数字调制比较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8"/>
                </a:solidFill>
              </a:defRPr>
            </a:pPr>
            <a:r>
              <a:t>数字信号的最佳接收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导学：为什么研究最佳接收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数字信号的最佳接收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确知信号的最佳接收机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确知数字信号的最佳接收的误码率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实际接收机与最佳接收机的性能比较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数字信号的匹配滤波器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最佳基带传输系统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随相数字信号的最佳接收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8"/>
                </a:solidFill>
              </a:defRPr>
            </a:pPr>
            <a:r>
              <a:t>信源编码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导学：信源编码概述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模拟信号的抽样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模拟脉冲调制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抽样信号的量化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脉冲编码调制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差分脉冲编码调制（DPCM）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增量调制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时分复用（TDM）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8"/>
                </a:solidFill>
              </a:defRPr>
            </a:pPr>
            <a:r>
              <a:t>差错控制编码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导学：差错控制编码概述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纠错编码的基本原理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纠错编码的性能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简单的实用编码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线性分组码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循环码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卷积码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Turbo码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8"/>
                </a:solidFill>
              </a:defRPr>
            </a:pPr>
            <a:r>
              <a:t>正交编码与伪随机序列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导学：正交编码与伪随机序列概述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正交编码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伪随机序列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扩展频谱通信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伪随机序列的其他应用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8"/>
                </a:solidFill>
              </a:defRPr>
            </a:pPr>
            <a:r>
              <a:t>同步原理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导学：同步原理概述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载波同步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码元同步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群同步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</a:defRPr>
            </a:pPr>
            <a:r>
              <a:t>• 网同步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